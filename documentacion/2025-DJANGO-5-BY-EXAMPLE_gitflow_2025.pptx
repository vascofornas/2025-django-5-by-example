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3"/>
    <p:restoredTop sz="95958"/>
  </p:normalViewPr>
  <p:slideViewPr>
    <p:cSldViewPr snapToGrid="0" snapToObjects="1">
      <p:cViewPr varScale="1">
        <p:scale>
          <a:sx n="131" d="100"/>
          <a:sy n="131" d="100"/>
        </p:scale>
        <p:origin x="152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7269" y="104356"/>
            <a:ext cx="660309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Pro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ye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c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to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: 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2025-DJANGO-5-BY-EXAMPLE</a:t>
            </a:r>
            <a:endParaRPr sz="2400" b="1" dirty="0">
              <a:solidFill>
                <a:schemeClr val="accent1">
                  <a:lumMod val="75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591291" y="914400"/>
            <a:ext cx="7315200" cy="0"/>
          </a:xfrm>
          <a:prstGeom prst="line">
            <a:avLst/>
          </a:prstGeom>
          <a:ln w="25400">
            <a:solidFill>
              <a:srgbClr val="DC143C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81443" y="838200"/>
            <a:ext cx="5132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DC143C"/>
                </a:solidFill>
                <a:latin typeface="Comic Sans MS" panose="030F0902030302020204" pitchFamily="66" charset="0"/>
              </a:rPr>
              <a:t>main</a:t>
            </a:r>
          </a:p>
        </p:txBody>
      </p:sp>
      <p:sp>
        <p:nvSpPr>
          <p:cNvPr id="5" name="Oval 4"/>
          <p:cNvSpPr/>
          <p:nvPr/>
        </p:nvSpPr>
        <p:spPr>
          <a:xfrm>
            <a:off x="1865495" y="848031"/>
            <a:ext cx="127000" cy="127000"/>
          </a:xfrm>
          <a:prstGeom prst="ellipse">
            <a:avLst/>
          </a:prstGeom>
          <a:solidFill>
            <a:srgbClr val="DC143C"/>
          </a:solidFill>
          <a:ln>
            <a:solidFill>
              <a:srgbClr val="DC1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591291" y="1645920"/>
            <a:ext cx="7315200" cy="0"/>
          </a:xfrm>
          <a:prstGeom prst="line">
            <a:avLst/>
          </a:prstGeom>
          <a:ln w="25400">
            <a:solidFill>
              <a:srgbClr val="1E90FF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81443" y="1645922"/>
            <a:ext cx="129073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de</a:t>
            </a:r>
            <a:r>
              <a:rPr lang="es-ES"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sarrollo2025</a:t>
            </a:r>
            <a:endParaRPr sz="1200" b="1" dirty="0">
              <a:solidFill>
                <a:srgbClr val="1E90FF"/>
              </a:solidFill>
              <a:latin typeface="Comic Sans MS" panose="030F0902030302020204" pitchFamily="66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364699" y="1582420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185933" y="1992298"/>
            <a:ext cx="1542410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Commit </a:t>
            </a:r>
            <a:r>
              <a:rPr lang="en-US" sz="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inicial</a:t>
            </a:r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 @2025-08-10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1104403" y="3469965"/>
            <a:ext cx="7315200" cy="0"/>
          </a:xfrm>
          <a:prstGeom prst="line">
            <a:avLst/>
          </a:prstGeom>
          <a:ln w="25400">
            <a:solidFill>
              <a:srgbClr val="228B22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1443" y="3459081"/>
            <a:ext cx="109837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release</a:t>
            </a:r>
            <a:r>
              <a:rPr lang="es-ES"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2025</a:t>
            </a:r>
            <a:endParaRPr sz="1200" b="1" dirty="0">
              <a:solidFill>
                <a:srgbClr val="228B22"/>
              </a:solidFill>
              <a:latin typeface="Comic Sans MS" panose="030F0902030302020204" pitchFamily="66" charset="0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1962738" y="3367349"/>
            <a:ext cx="127000" cy="12700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1104403" y="4270758"/>
            <a:ext cx="7315200" cy="0"/>
          </a:xfrm>
          <a:prstGeom prst="line">
            <a:avLst/>
          </a:prstGeom>
          <a:ln w="25400">
            <a:solidFill>
              <a:srgbClr val="FF8C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81443" y="4293592"/>
            <a:ext cx="12073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F8C00"/>
                </a:solidFill>
                <a:latin typeface="Comic Sans MS" panose="030F0902030302020204" pitchFamily="66" charset="0"/>
              </a:rPr>
              <a:t>feature/alpha</a:t>
            </a:r>
          </a:p>
        </p:txBody>
      </p:sp>
      <p:sp>
        <p:nvSpPr>
          <p:cNvPr id="29" name="Oval 28"/>
          <p:cNvSpPr/>
          <p:nvPr/>
        </p:nvSpPr>
        <p:spPr>
          <a:xfrm>
            <a:off x="1955303" y="4207258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1104403" y="5002278"/>
            <a:ext cx="7315200" cy="0"/>
          </a:xfrm>
          <a:prstGeom prst="line">
            <a:avLst/>
          </a:prstGeom>
          <a:ln w="25400">
            <a:solidFill>
              <a:srgbClr val="9400D3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81443" y="4981833"/>
            <a:ext cx="116089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9400D3"/>
                </a:solidFill>
                <a:latin typeface="Comic Sans MS" panose="030F0902030302020204" pitchFamily="66" charset="0"/>
              </a:rPr>
              <a:t>feature/beta</a:t>
            </a:r>
          </a:p>
        </p:txBody>
      </p:sp>
      <p:sp>
        <p:nvSpPr>
          <p:cNvPr id="37" name="Oval 36"/>
          <p:cNvSpPr/>
          <p:nvPr/>
        </p:nvSpPr>
        <p:spPr>
          <a:xfrm>
            <a:off x="1944031" y="4972466"/>
            <a:ext cx="127000" cy="127000"/>
          </a:xfrm>
          <a:prstGeom prst="ellipse">
            <a:avLst/>
          </a:prstGeom>
          <a:solidFill>
            <a:srgbClr val="9400D3"/>
          </a:solidFill>
          <a:ln>
            <a:solidFill>
              <a:srgbClr val="940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1104403" y="5733798"/>
            <a:ext cx="7315200" cy="0"/>
          </a:xfrm>
          <a:prstGeom prst="line">
            <a:avLst/>
          </a:prstGeom>
          <a:ln w="25400">
            <a:solidFill>
              <a:srgbClr val="00CED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81443" y="5713353"/>
            <a:ext cx="131799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CED1"/>
                </a:solidFill>
                <a:latin typeface="Comic Sans MS" panose="030F0902030302020204" pitchFamily="66" charset="0"/>
              </a:rPr>
              <a:t>feature/gamma</a:t>
            </a:r>
          </a:p>
        </p:txBody>
      </p:sp>
      <p:sp>
        <p:nvSpPr>
          <p:cNvPr id="45" name="Oval 44"/>
          <p:cNvSpPr/>
          <p:nvPr/>
        </p:nvSpPr>
        <p:spPr>
          <a:xfrm>
            <a:off x="1962738" y="5703985"/>
            <a:ext cx="127000" cy="127000"/>
          </a:xfrm>
          <a:prstGeom prst="ellipse">
            <a:avLst/>
          </a:prstGeom>
          <a:solidFill>
            <a:srgbClr val="00CED1"/>
          </a:solidFill>
          <a:ln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7" name="Connector 10">
            <a:extLst>
              <a:ext uri="{FF2B5EF4-FFF2-40B4-BE49-F238E27FC236}">
                <a16:creationId xmlns:a16="http://schemas.microsoft.com/office/drawing/2014/main" id="{CFD36013-5278-9540-9DF5-FA5F7C1B0164}"/>
              </a:ext>
            </a:extLst>
          </p:cNvPr>
          <p:cNvCxnSpPr/>
          <p:nvPr/>
        </p:nvCxnSpPr>
        <p:spPr>
          <a:xfrm>
            <a:off x="1543789" y="2463941"/>
            <a:ext cx="7315200" cy="0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AF659C3-70DE-FC40-A31A-D27D3F364B7C}"/>
              </a:ext>
            </a:extLst>
          </p:cNvPr>
          <p:cNvSpPr txBox="1"/>
          <p:nvPr/>
        </p:nvSpPr>
        <p:spPr>
          <a:xfrm>
            <a:off x="281443" y="2463943"/>
            <a:ext cx="101662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1200" b="1" dirty="0">
                <a:solidFill>
                  <a:schemeClr val="bg2">
                    <a:lumMod val="50000"/>
                  </a:schemeClr>
                </a:solidFill>
                <a:latin typeface="Comic Sans MS" panose="030F0902030302020204" pitchFamily="66" charset="0"/>
              </a:rPr>
              <a:t>hotfix2025</a:t>
            </a:r>
            <a:endParaRPr sz="1200" b="1" dirty="0">
              <a:solidFill>
                <a:schemeClr val="bg2">
                  <a:lumMod val="5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6963C570-E5C6-F947-B221-2C62F1B47564}"/>
              </a:ext>
            </a:extLst>
          </p:cNvPr>
          <p:cNvSpPr/>
          <p:nvPr/>
        </p:nvSpPr>
        <p:spPr>
          <a:xfrm>
            <a:off x="1955303" y="2400441"/>
            <a:ext cx="127000" cy="127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748316-7B92-AB41-B5B8-BBDA78992E82}"/>
              </a:ext>
            </a:extLst>
          </p:cNvPr>
          <p:cNvSpPr txBox="1"/>
          <p:nvPr/>
        </p:nvSpPr>
        <p:spPr>
          <a:xfrm>
            <a:off x="8220213" y="136058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Pág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. I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BAF2C6F-9C05-204D-8259-C8EB95D59A6F}"/>
              </a:ext>
            </a:extLst>
          </p:cNvPr>
          <p:cNvSpPr/>
          <p:nvPr/>
        </p:nvSpPr>
        <p:spPr>
          <a:xfrm>
            <a:off x="1962738" y="1578704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F76B507C-7425-B646-98B3-252C43E00191}"/>
              </a:ext>
            </a:extLst>
          </p:cNvPr>
          <p:cNvCxnSpPr>
            <a:stCxn id="13" idx="7"/>
            <a:endCxn id="14" idx="0"/>
          </p:cNvCxnSpPr>
          <p:nvPr/>
        </p:nvCxnSpPr>
        <p:spPr>
          <a:xfrm>
            <a:off x="3473100" y="1601019"/>
            <a:ext cx="484038" cy="3912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CE753C2C-C5E8-774C-A8FC-636C98DE6902}"/>
              </a:ext>
            </a:extLst>
          </p:cNvPr>
          <p:cNvSpPr/>
          <p:nvPr/>
        </p:nvSpPr>
        <p:spPr>
          <a:xfrm>
            <a:off x="4466975" y="4192674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75C6A-9C68-3D46-8AAD-269284A4325B}"/>
              </a:ext>
            </a:extLst>
          </p:cNvPr>
          <p:cNvSpPr txBox="1"/>
          <p:nvPr/>
        </p:nvSpPr>
        <p:spPr>
          <a:xfrm>
            <a:off x="4183041" y="2813300"/>
            <a:ext cx="15007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feature</a:t>
            </a:r>
            <a:r>
              <a:rPr lang="es-ES" sz="900" dirty="0">
                <a:solidFill>
                  <a:srgbClr val="505050"/>
                </a:solidFill>
                <a:latin typeface="Comic Sans MS" panose="030F0902030302020204" pitchFamily="66" charset="0"/>
              </a:rPr>
              <a:t>/pago-</a:t>
            </a:r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stripe</a:t>
            </a:r>
            <a:r>
              <a:rPr lang="es-ES" sz="900" dirty="0">
                <a:solidFill>
                  <a:srgbClr val="505050"/>
                </a:solidFill>
                <a:latin typeface="Comic Sans MS" panose="030F0902030302020204" pitchFamily="66" charset="0"/>
              </a:rPr>
              <a:t>-</a:t>
            </a:r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live</a:t>
            </a:r>
            <a:endParaRPr sz="900" dirty="0">
              <a:solidFill>
                <a:srgbClr val="505050"/>
              </a:solidFill>
              <a:latin typeface="Comic Sans MS" panose="030F0902030302020204" pitchFamily="66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350B68-AEDF-EC47-B437-3BE00B33E6CA}"/>
              </a:ext>
            </a:extLst>
          </p:cNvPr>
          <p:cNvSpPr txBox="1"/>
          <p:nvPr/>
        </p:nvSpPr>
        <p:spPr>
          <a:xfrm>
            <a:off x="4762003" y="1987975"/>
            <a:ext cx="1505540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0W8D0QAQ @2025-06-13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13-06-2025-&gt;17-06-2025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46" name="Connector 54">
            <a:extLst>
              <a:ext uri="{FF2B5EF4-FFF2-40B4-BE49-F238E27FC236}">
                <a16:creationId xmlns:a16="http://schemas.microsoft.com/office/drawing/2014/main" id="{3C2569ED-21FA-B74A-B3EF-047B8DF24CB3}"/>
              </a:ext>
            </a:extLst>
          </p:cNvPr>
          <p:cNvCxnSpPr>
            <a:cxnSpLocks/>
            <a:stCxn id="41" idx="0"/>
            <a:endCxn id="42" idx="2"/>
          </p:cNvCxnSpPr>
          <p:nvPr/>
        </p:nvCxnSpPr>
        <p:spPr>
          <a:xfrm rot="5400000" flipH="1" flipV="1">
            <a:off x="4980705" y="2279232"/>
            <a:ext cx="486771" cy="581366"/>
          </a:xfrm>
          <a:prstGeom prst="bentConnector3">
            <a:avLst/>
          </a:prstGeom>
          <a:ln w="19050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E4412942-06B3-0D4A-A569-30DD37E75AA0}"/>
              </a:ext>
            </a:extLst>
          </p:cNvPr>
          <p:cNvSpPr/>
          <p:nvPr/>
        </p:nvSpPr>
        <p:spPr>
          <a:xfrm>
            <a:off x="5100540" y="1542237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25845F9-D5D0-B347-B78B-A7D54805D0C0}"/>
              </a:ext>
            </a:extLst>
          </p:cNvPr>
          <p:cNvCxnSpPr>
            <a:cxnSpLocks/>
            <a:stCxn id="47" idx="5"/>
            <a:endCxn id="42" idx="0"/>
          </p:cNvCxnSpPr>
          <p:nvPr/>
        </p:nvCxnSpPr>
        <p:spPr>
          <a:xfrm>
            <a:off x="5208941" y="1650638"/>
            <a:ext cx="305832" cy="337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3A74BE-31A2-224B-8356-4158910C41E4}"/>
              </a:ext>
            </a:extLst>
          </p:cNvPr>
          <p:cNvCxnSpPr>
            <a:stCxn id="41" idx="2"/>
            <a:endCxn id="40" idx="7"/>
          </p:cNvCxnSpPr>
          <p:nvPr/>
        </p:nvCxnSpPr>
        <p:spPr>
          <a:xfrm flipH="1">
            <a:off x="4575376" y="3044132"/>
            <a:ext cx="358031" cy="11671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56B6BE33-AED3-2B49-A8AB-7BE3925387CD}"/>
              </a:ext>
            </a:extLst>
          </p:cNvPr>
          <p:cNvSpPr/>
          <p:nvPr/>
        </p:nvSpPr>
        <p:spPr>
          <a:xfrm>
            <a:off x="3480967" y="1184038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FD7C1DC2-CA64-A541-97CD-5AFA5F17D192}"/>
              </a:ext>
            </a:extLst>
          </p:cNvPr>
          <p:cNvSpPr/>
          <p:nvPr/>
        </p:nvSpPr>
        <p:spPr>
          <a:xfrm>
            <a:off x="3828413" y="1175448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DD27989-F5C4-2A49-85AF-D86E3A64032F}"/>
              </a:ext>
            </a:extLst>
          </p:cNvPr>
          <p:cNvCxnSpPr>
            <a:stCxn id="63" idx="2"/>
            <a:endCxn id="13" idx="7"/>
          </p:cNvCxnSpPr>
          <p:nvPr/>
        </p:nvCxnSpPr>
        <p:spPr>
          <a:xfrm flipH="1">
            <a:off x="3473100" y="1310038"/>
            <a:ext cx="7867" cy="2909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1CF70AE-3A27-6A48-BA77-EDAF679190E0}"/>
              </a:ext>
            </a:extLst>
          </p:cNvPr>
          <p:cNvCxnSpPr>
            <a:cxnSpLocks/>
            <a:stCxn id="64" idx="4"/>
            <a:endCxn id="13" idx="7"/>
          </p:cNvCxnSpPr>
          <p:nvPr/>
        </p:nvCxnSpPr>
        <p:spPr>
          <a:xfrm flipH="1">
            <a:off x="3473100" y="1427447"/>
            <a:ext cx="481313" cy="1735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3BF31C4-3979-D54B-8FBE-F9786404D6C7}"/>
              </a:ext>
            </a:extLst>
          </p:cNvPr>
          <p:cNvSpPr txBox="1"/>
          <p:nvPr/>
        </p:nvSpPr>
        <p:spPr>
          <a:xfrm>
            <a:off x="3480967" y="973866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1CECEB-373A-E347-A751-41F331C2A797}"/>
              </a:ext>
            </a:extLst>
          </p:cNvPr>
          <p:cNvSpPr txBox="1"/>
          <p:nvPr/>
        </p:nvSpPr>
        <p:spPr>
          <a:xfrm>
            <a:off x="4004468" y="1180794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3131DBC-B8B4-1F42-A9F0-45C76B88F1FB}"/>
              </a:ext>
            </a:extLst>
          </p:cNvPr>
          <p:cNvSpPr txBox="1"/>
          <p:nvPr/>
        </p:nvSpPr>
        <p:spPr>
          <a:xfrm>
            <a:off x="3798390" y="4032481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  <a:latin typeface="Comic Sans MS" panose="030F0902030302020204" pitchFamily="66" charset="0"/>
              </a:rPr>
              <a:t>12-06-2025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035E4F5-3A31-D94A-9F9C-D157D7332FBC}"/>
              </a:ext>
            </a:extLst>
          </p:cNvPr>
          <p:cNvSpPr/>
          <p:nvPr/>
        </p:nvSpPr>
        <p:spPr>
          <a:xfrm>
            <a:off x="5317951" y="1112126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131329E-5B2C-E945-8418-4FB09DC87A00}"/>
              </a:ext>
            </a:extLst>
          </p:cNvPr>
          <p:cNvSpPr/>
          <p:nvPr/>
        </p:nvSpPr>
        <p:spPr>
          <a:xfrm>
            <a:off x="5665397" y="1103536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004E06F-0E92-3D4D-8C94-192473B69FA5}"/>
              </a:ext>
            </a:extLst>
          </p:cNvPr>
          <p:cNvCxnSpPr>
            <a:cxnSpLocks/>
            <a:stCxn id="56" idx="2"/>
            <a:endCxn id="47" idx="0"/>
          </p:cNvCxnSpPr>
          <p:nvPr/>
        </p:nvCxnSpPr>
        <p:spPr>
          <a:xfrm flipH="1">
            <a:off x="5164040" y="1238126"/>
            <a:ext cx="153911" cy="3041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8DF2BDE-5BD3-294C-9E9A-394319379D45}"/>
              </a:ext>
            </a:extLst>
          </p:cNvPr>
          <p:cNvCxnSpPr>
            <a:cxnSpLocks/>
            <a:stCxn id="60" idx="4"/>
            <a:endCxn id="47" idx="6"/>
          </p:cNvCxnSpPr>
          <p:nvPr/>
        </p:nvCxnSpPr>
        <p:spPr>
          <a:xfrm flipH="1">
            <a:off x="5227540" y="1355535"/>
            <a:ext cx="563857" cy="2502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965ECDB-C193-644A-8E81-FF3D1748990C}"/>
              </a:ext>
            </a:extLst>
          </p:cNvPr>
          <p:cNvSpPr txBox="1"/>
          <p:nvPr/>
        </p:nvSpPr>
        <p:spPr>
          <a:xfrm>
            <a:off x="5317951" y="901954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16-07-2025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B22A21E-FC0E-D945-999C-EA1868348586}"/>
              </a:ext>
            </a:extLst>
          </p:cNvPr>
          <p:cNvSpPr txBox="1"/>
          <p:nvPr/>
        </p:nvSpPr>
        <p:spPr>
          <a:xfrm>
            <a:off x="5841452" y="1108882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16-07-2025</a:t>
            </a:r>
          </a:p>
        </p:txBody>
      </p:sp>
      <p:cxnSp>
        <p:nvCxnSpPr>
          <p:cNvPr id="83" name="Connector 54">
            <a:extLst>
              <a:ext uri="{FF2B5EF4-FFF2-40B4-BE49-F238E27FC236}">
                <a16:creationId xmlns:a16="http://schemas.microsoft.com/office/drawing/2014/main" id="{76A5F113-E9CB-D740-9173-743750726FDA}"/>
              </a:ext>
            </a:extLst>
          </p:cNvPr>
          <p:cNvCxnSpPr>
            <a:cxnSpLocks/>
            <a:endCxn id="84" idx="4"/>
          </p:cNvCxnSpPr>
          <p:nvPr/>
        </p:nvCxnSpPr>
        <p:spPr>
          <a:xfrm rot="5400000" flipH="1" flipV="1">
            <a:off x="6216457" y="2161828"/>
            <a:ext cx="1144064" cy="230632"/>
          </a:xfrm>
          <a:prstGeom prst="bentConnector3">
            <a:avLst/>
          </a:prstGeom>
          <a:ln w="19050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>
            <a:extLst>
              <a:ext uri="{FF2B5EF4-FFF2-40B4-BE49-F238E27FC236}">
                <a16:creationId xmlns:a16="http://schemas.microsoft.com/office/drawing/2014/main" id="{ADC14359-D413-6346-B2E8-6ED69C870252}"/>
              </a:ext>
            </a:extLst>
          </p:cNvPr>
          <p:cNvSpPr/>
          <p:nvPr/>
        </p:nvSpPr>
        <p:spPr>
          <a:xfrm>
            <a:off x="6840305" y="1578112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954E3396-C5F6-9841-ABA8-4C2DB9931BAB}"/>
              </a:ext>
            </a:extLst>
          </p:cNvPr>
          <p:cNvCxnSpPr>
            <a:cxnSpLocks/>
            <a:stCxn id="84" idx="5"/>
            <a:endCxn id="90" idx="1"/>
          </p:cNvCxnSpPr>
          <p:nvPr/>
        </p:nvCxnSpPr>
        <p:spPr>
          <a:xfrm>
            <a:off x="6948706" y="1686513"/>
            <a:ext cx="393968" cy="46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6B798DA5-24FB-4E49-9583-1FE0A10FD61B}"/>
              </a:ext>
            </a:extLst>
          </p:cNvPr>
          <p:cNvSpPr/>
          <p:nvPr/>
        </p:nvSpPr>
        <p:spPr>
          <a:xfrm>
            <a:off x="7392644" y="991877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B50A44A2-D4EC-DA40-A71C-7104ED768B52}"/>
              </a:ext>
            </a:extLst>
          </p:cNvPr>
          <p:cNvSpPr/>
          <p:nvPr/>
        </p:nvSpPr>
        <p:spPr>
          <a:xfrm>
            <a:off x="7392645" y="1284871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29E6C90-F151-934B-83E9-48320C159FF6}"/>
              </a:ext>
            </a:extLst>
          </p:cNvPr>
          <p:cNvCxnSpPr>
            <a:cxnSpLocks/>
            <a:stCxn id="86" idx="2"/>
            <a:endCxn id="84" idx="0"/>
          </p:cNvCxnSpPr>
          <p:nvPr/>
        </p:nvCxnSpPr>
        <p:spPr>
          <a:xfrm flipH="1">
            <a:off x="6903805" y="1117877"/>
            <a:ext cx="488839" cy="4602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0324020-F5D1-3B4E-A0D5-6712EDC5EAA6}"/>
              </a:ext>
            </a:extLst>
          </p:cNvPr>
          <p:cNvCxnSpPr>
            <a:cxnSpLocks/>
            <a:stCxn id="87" idx="4"/>
            <a:endCxn id="84" idx="6"/>
          </p:cNvCxnSpPr>
          <p:nvPr/>
        </p:nvCxnSpPr>
        <p:spPr>
          <a:xfrm flipH="1">
            <a:off x="6967305" y="1536870"/>
            <a:ext cx="551340" cy="104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C7DF5474-FC7F-B947-B4D3-CA49191FD169}"/>
              </a:ext>
            </a:extLst>
          </p:cNvPr>
          <p:cNvSpPr txBox="1"/>
          <p:nvPr/>
        </p:nvSpPr>
        <p:spPr>
          <a:xfrm>
            <a:off x="5922806" y="2810812"/>
            <a:ext cx="190629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feature</a:t>
            </a:r>
            <a:r>
              <a:rPr lang="es-ES" sz="900" dirty="0">
                <a:solidFill>
                  <a:srgbClr val="505050"/>
                </a:solidFill>
                <a:latin typeface="Comic Sans MS" panose="030F0902030302020204" pitchFamily="66" charset="0"/>
              </a:rPr>
              <a:t>/publicacion_live_1_0_0</a:t>
            </a:r>
            <a:endParaRPr sz="900" dirty="0">
              <a:solidFill>
                <a:srgbClr val="505050"/>
              </a:solidFill>
              <a:latin typeface="Comic Sans MS" panose="030F0902030302020204" pitchFamily="66" charset="0"/>
            </a:endParaRPr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4F2A816-C281-5B42-93B5-3F68C150B7B3}"/>
              </a:ext>
            </a:extLst>
          </p:cNvPr>
          <p:cNvSpPr/>
          <p:nvPr/>
        </p:nvSpPr>
        <p:spPr>
          <a:xfrm>
            <a:off x="6411881" y="4169198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D35E9BE-C5DD-E64F-AA0C-2CFF28FA2664}"/>
              </a:ext>
            </a:extLst>
          </p:cNvPr>
          <p:cNvCxnSpPr>
            <a:cxnSpLocks/>
            <a:stCxn id="92" idx="2"/>
            <a:endCxn id="93" idx="7"/>
          </p:cNvCxnSpPr>
          <p:nvPr/>
        </p:nvCxnSpPr>
        <p:spPr>
          <a:xfrm flipH="1">
            <a:off x="6520282" y="3041644"/>
            <a:ext cx="355670" cy="114615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FB6989AB-5732-6744-908A-77ABD43C5274}"/>
              </a:ext>
            </a:extLst>
          </p:cNvPr>
          <p:cNvSpPr txBox="1"/>
          <p:nvPr/>
        </p:nvSpPr>
        <p:spPr>
          <a:xfrm>
            <a:off x="5743296" y="4009005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  <a:latin typeface="Comic Sans MS" panose="030F0902030302020204" pitchFamily="66" charset="0"/>
              </a:rPr>
              <a:t>16-07-2025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33A39E3-5DF8-5B42-8D97-1AD077AD1CB4}"/>
              </a:ext>
            </a:extLst>
          </p:cNvPr>
          <p:cNvSpPr txBox="1"/>
          <p:nvPr/>
        </p:nvSpPr>
        <p:spPr>
          <a:xfrm>
            <a:off x="7342674" y="1986578"/>
            <a:ext cx="1415772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GJBL7F1M @2025-07-16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16-07-2025-&gt;22-07-2025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1121</TotalTime>
  <Words>63</Words>
  <Application>Microsoft Macintosh PowerPoint</Application>
  <PresentationFormat>On-screen Show (4:3)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Comic Sans MS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20</cp:revision>
  <cp:lastPrinted>2025-07-22T08:40:03Z</cp:lastPrinted>
  <dcterms:created xsi:type="dcterms:W3CDTF">2013-01-27T09:14:16Z</dcterms:created>
  <dcterms:modified xsi:type="dcterms:W3CDTF">2025-08-10T15:04:54Z</dcterms:modified>
  <cp:category/>
</cp:coreProperties>
</file>