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53"/>
    <p:restoredTop sz="95958"/>
  </p:normalViewPr>
  <p:slideViewPr>
    <p:cSldViewPr snapToGrid="0" snapToObjects="1">
      <p:cViewPr varScale="1">
        <p:scale>
          <a:sx n="131" d="100"/>
          <a:sy n="131" d="100"/>
        </p:scale>
        <p:origin x="15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269" y="104356"/>
            <a:ext cx="66030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Pro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ye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c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to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: 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2025-DJANGO-5-BY-EXAMPLE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591291" y="914400"/>
            <a:ext cx="7315200" cy="0"/>
          </a:xfrm>
          <a:prstGeom prst="line">
            <a:avLst/>
          </a:prstGeom>
          <a:ln w="25400">
            <a:solidFill>
              <a:srgbClr val="DC14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81443" y="838200"/>
            <a:ext cx="5132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DC143C"/>
                </a:solidFill>
                <a:latin typeface="Comic Sans MS" panose="030F0902030302020204" pitchFamily="66" charset="0"/>
              </a:rPr>
              <a:t>main</a:t>
            </a:r>
          </a:p>
        </p:txBody>
      </p:sp>
      <p:sp>
        <p:nvSpPr>
          <p:cNvPr id="5" name="Oval 4"/>
          <p:cNvSpPr/>
          <p:nvPr/>
        </p:nvSpPr>
        <p:spPr>
          <a:xfrm>
            <a:off x="1865495" y="848031"/>
            <a:ext cx="127000" cy="127000"/>
          </a:xfrm>
          <a:prstGeom prst="ellipse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591291" y="1645920"/>
            <a:ext cx="7315200" cy="0"/>
          </a:xfrm>
          <a:prstGeom prst="line">
            <a:avLst/>
          </a:prstGeom>
          <a:ln w="25400">
            <a:solidFill>
              <a:srgbClr val="1E90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1443" y="1645922"/>
            <a:ext cx="12907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E90FF"/>
                </a:solidFill>
                <a:latin typeface="Comic Sans MS" panose="030F0902030302020204" pitchFamily="66" charset="0"/>
              </a:rPr>
              <a:t>de</a:t>
            </a:r>
            <a:r>
              <a:rPr lang="es-ES" sz="1200" b="1" dirty="0">
                <a:solidFill>
                  <a:srgbClr val="1E90FF"/>
                </a:solidFill>
                <a:latin typeface="Comic Sans MS" panose="030F0902030302020204" pitchFamily="66" charset="0"/>
              </a:rPr>
              <a:t>sarrollo2025</a:t>
            </a:r>
            <a:endParaRPr sz="1200" b="1" dirty="0">
              <a:solidFill>
                <a:srgbClr val="1E90FF"/>
              </a:solidFill>
              <a:latin typeface="Comic Sans MS" panose="030F0902030302020204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364699" y="1582420"/>
            <a:ext cx="127000" cy="127000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85933" y="1992298"/>
            <a:ext cx="1542410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Commit </a:t>
            </a:r>
            <a:r>
              <a:rPr lang="en-US" sz="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inicial</a:t>
            </a:r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 @2025-08-10</a:t>
            </a:r>
          </a:p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10-08-2025</a:t>
            </a:r>
            <a:endParaRPr sz="800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104403" y="3469965"/>
            <a:ext cx="7315200" cy="0"/>
          </a:xfrm>
          <a:prstGeom prst="line">
            <a:avLst/>
          </a:prstGeom>
          <a:ln w="25400">
            <a:solidFill>
              <a:srgbClr val="228B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1443" y="3459081"/>
            <a:ext cx="10983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228B22"/>
                </a:solidFill>
                <a:latin typeface="Comic Sans MS" panose="030F0902030302020204" pitchFamily="66" charset="0"/>
              </a:rPr>
              <a:t>release</a:t>
            </a:r>
            <a:r>
              <a:rPr lang="es-ES" sz="1200" b="1" dirty="0">
                <a:solidFill>
                  <a:srgbClr val="228B22"/>
                </a:solidFill>
                <a:latin typeface="Comic Sans MS" panose="030F0902030302020204" pitchFamily="66" charset="0"/>
              </a:rPr>
              <a:t>2025</a:t>
            </a:r>
            <a:endParaRPr sz="1200" b="1" dirty="0">
              <a:solidFill>
                <a:srgbClr val="228B22"/>
              </a:solidFill>
              <a:latin typeface="Comic Sans MS" panose="030F0902030302020204" pitchFamily="66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962738" y="3367349"/>
            <a:ext cx="127000" cy="127000"/>
          </a:xfrm>
          <a:prstGeom prst="ellipse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1104403" y="4270758"/>
            <a:ext cx="7315200" cy="0"/>
          </a:xfrm>
          <a:prstGeom prst="line">
            <a:avLst/>
          </a:prstGeom>
          <a:ln w="25400">
            <a:solidFill>
              <a:srgbClr val="FF8C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1443" y="4293592"/>
            <a:ext cx="12073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8C00"/>
                </a:solidFill>
                <a:latin typeface="Comic Sans MS" panose="030F0902030302020204" pitchFamily="66" charset="0"/>
              </a:rPr>
              <a:t>feature/alpha</a:t>
            </a:r>
          </a:p>
        </p:txBody>
      </p:sp>
      <p:sp>
        <p:nvSpPr>
          <p:cNvPr id="29" name="Oval 28"/>
          <p:cNvSpPr/>
          <p:nvPr/>
        </p:nvSpPr>
        <p:spPr>
          <a:xfrm>
            <a:off x="1955303" y="4207258"/>
            <a:ext cx="127000" cy="127000"/>
          </a:xfrm>
          <a:prstGeom prst="ellipse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1104403" y="5002278"/>
            <a:ext cx="7315200" cy="0"/>
          </a:xfrm>
          <a:prstGeom prst="line">
            <a:avLst/>
          </a:prstGeom>
          <a:ln w="25400">
            <a:solidFill>
              <a:srgbClr val="9400D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1443" y="4981833"/>
            <a:ext cx="11608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00D3"/>
                </a:solidFill>
                <a:latin typeface="Comic Sans MS" panose="030F0902030302020204" pitchFamily="66" charset="0"/>
              </a:rPr>
              <a:t>feature/beta</a:t>
            </a:r>
          </a:p>
        </p:txBody>
      </p:sp>
      <p:sp>
        <p:nvSpPr>
          <p:cNvPr id="37" name="Oval 36"/>
          <p:cNvSpPr/>
          <p:nvPr/>
        </p:nvSpPr>
        <p:spPr>
          <a:xfrm>
            <a:off x="1944031" y="4972466"/>
            <a:ext cx="127000" cy="127000"/>
          </a:xfrm>
          <a:prstGeom prst="ellipse">
            <a:avLst/>
          </a:prstGeom>
          <a:solidFill>
            <a:srgbClr val="9400D3"/>
          </a:solidFill>
          <a:ln>
            <a:solidFill>
              <a:srgbClr val="940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1104403" y="5733798"/>
            <a:ext cx="7315200" cy="0"/>
          </a:xfrm>
          <a:prstGeom prst="line">
            <a:avLst/>
          </a:prstGeom>
          <a:ln w="25400">
            <a:solidFill>
              <a:srgbClr val="00CE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81443" y="5713353"/>
            <a:ext cx="13179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CED1"/>
                </a:solidFill>
                <a:latin typeface="Comic Sans MS" panose="030F0902030302020204" pitchFamily="66" charset="0"/>
              </a:rPr>
              <a:t>feature/gamma</a:t>
            </a:r>
          </a:p>
        </p:txBody>
      </p:sp>
      <p:sp>
        <p:nvSpPr>
          <p:cNvPr id="45" name="Oval 44"/>
          <p:cNvSpPr/>
          <p:nvPr/>
        </p:nvSpPr>
        <p:spPr>
          <a:xfrm>
            <a:off x="1962738" y="5703985"/>
            <a:ext cx="127000" cy="127000"/>
          </a:xfrm>
          <a:prstGeom prst="ellipse">
            <a:avLst/>
          </a:prstGeom>
          <a:solidFill>
            <a:srgbClr val="00CED1"/>
          </a:solidFill>
          <a:ln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57" name="Connector 10">
            <a:extLst>
              <a:ext uri="{FF2B5EF4-FFF2-40B4-BE49-F238E27FC236}">
                <a16:creationId xmlns:a16="http://schemas.microsoft.com/office/drawing/2014/main" id="{CFD36013-5278-9540-9DF5-FA5F7C1B0164}"/>
              </a:ext>
            </a:extLst>
          </p:cNvPr>
          <p:cNvCxnSpPr/>
          <p:nvPr/>
        </p:nvCxnSpPr>
        <p:spPr>
          <a:xfrm>
            <a:off x="1543789" y="2463941"/>
            <a:ext cx="7315200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AF659C3-70DE-FC40-A31A-D27D3F364B7C}"/>
              </a:ext>
            </a:extLst>
          </p:cNvPr>
          <p:cNvSpPr txBox="1"/>
          <p:nvPr/>
        </p:nvSpPr>
        <p:spPr>
          <a:xfrm>
            <a:off x="281443" y="2463943"/>
            <a:ext cx="10166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1200" b="1" dirty="0">
                <a:solidFill>
                  <a:schemeClr val="bg2">
                    <a:lumMod val="50000"/>
                  </a:schemeClr>
                </a:solidFill>
                <a:latin typeface="Comic Sans MS" panose="030F0902030302020204" pitchFamily="66" charset="0"/>
              </a:rPr>
              <a:t>hotfix2025</a:t>
            </a:r>
            <a:endParaRPr sz="1200" b="1" dirty="0">
              <a:solidFill>
                <a:schemeClr val="bg2">
                  <a:lumMod val="5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963C570-E5C6-F947-B221-2C62F1B47564}"/>
              </a:ext>
            </a:extLst>
          </p:cNvPr>
          <p:cNvSpPr/>
          <p:nvPr/>
        </p:nvSpPr>
        <p:spPr>
          <a:xfrm>
            <a:off x="1955303" y="2400441"/>
            <a:ext cx="127000" cy="12700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748316-7B92-AB41-B5B8-BBDA78992E82}"/>
              </a:ext>
            </a:extLst>
          </p:cNvPr>
          <p:cNvSpPr txBox="1"/>
          <p:nvPr/>
        </p:nvSpPr>
        <p:spPr>
          <a:xfrm>
            <a:off x="8220213" y="136058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Pág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. I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BAF2C6F-9C05-204D-8259-C8EB95D59A6F}"/>
              </a:ext>
            </a:extLst>
          </p:cNvPr>
          <p:cNvSpPr/>
          <p:nvPr/>
        </p:nvSpPr>
        <p:spPr>
          <a:xfrm>
            <a:off x="1962738" y="1578704"/>
            <a:ext cx="127000" cy="127000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76B507C-7425-B646-98B3-252C43E00191}"/>
              </a:ext>
            </a:extLst>
          </p:cNvPr>
          <p:cNvCxnSpPr>
            <a:stCxn id="13" idx="7"/>
            <a:endCxn id="14" idx="0"/>
          </p:cNvCxnSpPr>
          <p:nvPr/>
        </p:nvCxnSpPr>
        <p:spPr>
          <a:xfrm>
            <a:off x="3473100" y="1601019"/>
            <a:ext cx="484038" cy="391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E753C2C-C5E8-774C-A8FC-636C98DE6902}"/>
              </a:ext>
            </a:extLst>
          </p:cNvPr>
          <p:cNvSpPr/>
          <p:nvPr/>
        </p:nvSpPr>
        <p:spPr>
          <a:xfrm>
            <a:off x="4950145" y="4184425"/>
            <a:ext cx="127000" cy="127000"/>
          </a:xfrm>
          <a:prstGeom prst="ellipse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E75C6A-9C68-3D46-8AAD-269284A4325B}"/>
              </a:ext>
            </a:extLst>
          </p:cNvPr>
          <p:cNvSpPr txBox="1"/>
          <p:nvPr/>
        </p:nvSpPr>
        <p:spPr>
          <a:xfrm>
            <a:off x="4183041" y="2813300"/>
            <a:ext cx="180530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900" dirty="0" err="1">
                <a:solidFill>
                  <a:srgbClr val="505050"/>
                </a:solidFill>
                <a:latin typeface="Comic Sans MS" panose="030F0902030302020204" pitchFamily="66" charset="0"/>
              </a:rPr>
              <a:t>feature</a:t>
            </a:r>
            <a:r>
              <a:rPr lang="es-ES" sz="900" dirty="0">
                <a:solidFill>
                  <a:srgbClr val="505050"/>
                </a:solidFill>
                <a:latin typeface="Comic Sans MS" panose="030F0902030302020204" pitchFamily="66" charset="0"/>
              </a:rPr>
              <a:t>/tarea-202508101648</a:t>
            </a:r>
            <a:endParaRPr sz="900" dirty="0">
              <a:solidFill>
                <a:srgbClr val="505050"/>
              </a:solidFill>
              <a:latin typeface="Comic Sans MS" panose="030F0902030302020204" pitchFamily="66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350B68-AEDF-EC47-B437-3BE00B33E6CA}"/>
              </a:ext>
            </a:extLst>
          </p:cNvPr>
          <p:cNvSpPr txBox="1"/>
          <p:nvPr/>
        </p:nvSpPr>
        <p:spPr>
          <a:xfrm>
            <a:off x="4762003" y="1987975"/>
            <a:ext cx="1205779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tarea-202508101648</a:t>
            </a:r>
          </a:p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10-08-2025</a:t>
            </a:r>
            <a:endParaRPr sz="800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46" name="Connector 54">
            <a:extLst>
              <a:ext uri="{FF2B5EF4-FFF2-40B4-BE49-F238E27FC236}">
                <a16:creationId xmlns:a16="http://schemas.microsoft.com/office/drawing/2014/main" id="{3C2569ED-21FA-B74A-B3EF-047B8DF24CB3}"/>
              </a:ext>
            </a:extLst>
          </p:cNvPr>
          <p:cNvCxnSpPr>
            <a:cxnSpLocks/>
            <a:stCxn id="41" idx="0"/>
            <a:endCxn id="42" idx="2"/>
          </p:cNvCxnSpPr>
          <p:nvPr/>
        </p:nvCxnSpPr>
        <p:spPr>
          <a:xfrm rot="5400000" flipH="1" flipV="1">
            <a:off x="4981907" y="2430315"/>
            <a:ext cx="486771" cy="279201"/>
          </a:xfrm>
          <a:prstGeom prst="bentConnector3">
            <a:avLst/>
          </a:prstGeom>
          <a:ln w="190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E4412942-06B3-0D4A-A569-30DD37E75AA0}"/>
              </a:ext>
            </a:extLst>
          </p:cNvPr>
          <p:cNvSpPr/>
          <p:nvPr/>
        </p:nvSpPr>
        <p:spPr>
          <a:xfrm>
            <a:off x="5100540" y="1542237"/>
            <a:ext cx="127000" cy="127000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25845F9-D5D0-B347-B78B-A7D54805D0C0}"/>
              </a:ext>
            </a:extLst>
          </p:cNvPr>
          <p:cNvCxnSpPr>
            <a:cxnSpLocks/>
            <a:stCxn id="47" idx="5"/>
            <a:endCxn id="42" idx="0"/>
          </p:cNvCxnSpPr>
          <p:nvPr/>
        </p:nvCxnSpPr>
        <p:spPr>
          <a:xfrm>
            <a:off x="5208941" y="1650638"/>
            <a:ext cx="155952" cy="337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3A74BE-31A2-224B-8356-4158910C41E4}"/>
              </a:ext>
            </a:extLst>
          </p:cNvPr>
          <p:cNvCxnSpPr>
            <a:stCxn id="41" idx="2"/>
            <a:endCxn id="40" idx="7"/>
          </p:cNvCxnSpPr>
          <p:nvPr/>
        </p:nvCxnSpPr>
        <p:spPr>
          <a:xfrm flipH="1">
            <a:off x="5058546" y="3044132"/>
            <a:ext cx="27146" cy="11588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56B6BE33-AED3-2B49-A8AB-7BE3925387CD}"/>
              </a:ext>
            </a:extLst>
          </p:cNvPr>
          <p:cNvSpPr/>
          <p:nvPr/>
        </p:nvSpPr>
        <p:spPr>
          <a:xfrm>
            <a:off x="3480967" y="1184038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C</a:t>
            </a:r>
            <a:endParaRPr sz="1400" dirty="0">
              <a:latin typeface="Comic Sans MS" panose="030F0902030302020204" pitchFamily="66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D7C1DC2-CA64-A541-97CD-5AFA5F17D192}"/>
              </a:ext>
            </a:extLst>
          </p:cNvPr>
          <p:cNvSpPr/>
          <p:nvPr/>
        </p:nvSpPr>
        <p:spPr>
          <a:xfrm>
            <a:off x="3828413" y="1175448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P</a:t>
            </a:r>
            <a:endParaRPr sz="1400" dirty="0">
              <a:latin typeface="Comic Sans MS" panose="030F0902030302020204" pitchFamily="66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DD27989-F5C4-2A49-85AF-D86E3A64032F}"/>
              </a:ext>
            </a:extLst>
          </p:cNvPr>
          <p:cNvCxnSpPr>
            <a:stCxn id="63" idx="2"/>
            <a:endCxn id="13" idx="7"/>
          </p:cNvCxnSpPr>
          <p:nvPr/>
        </p:nvCxnSpPr>
        <p:spPr>
          <a:xfrm flipH="1">
            <a:off x="3473100" y="1310038"/>
            <a:ext cx="7867" cy="290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1CF70AE-3A27-6A48-BA77-EDAF679190E0}"/>
              </a:ext>
            </a:extLst>
          </p:cNvPr>
          <p:cNvCxnSpPr>
            <a:cxnSpLocks/>
            <a:stCxn id="64" idx="4"/>
            <a:endCxn id="13" idx="7"/>
          </p:cNvCxnSpPr>
          <p:nvPr/>
        </p:nvCxnSpPr>
        <p:spPr>
          <a:xfrm flipH="1">
            <a:off x="3473100" y="1427447"/>
            <a:ext cx="481313" cy="1735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3BF31C4-3979-D54B-8FBE-F9786404D6C7}"/>
              </a:ext>
            </a:extLst>
          </p:cNvPr>
          <p:cNvSpPr txBox="1"/>
          <p:nvPr/>
        </p:nvSpPr>
        <p:spPr>
          <a:xfrm>
            <a:off x="5812443" y="1263875"/>
            <a:ext cx="7553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10-08-2025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1CECEB-373A-E347-A751-41F331C2A797}"/>
              </a:ext>
            </a:extLst>
          </p:cNvPr>
          <p:cNvSpPr txBox="1"/>
          <p:nvPr/>
        </p:nvSpPr>
        <p:spPr>
          <a:xfrm>
            <a:off x="4013411" y="1238686"/>
            <a:ext cx="7553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10-08-2025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3131DBC-B8B4-1F42-A9F0-45C76B88F1FB}"/>
              </a:ext>
            </a:extLst>
          </p:cNvPr>
          <p:cNvSpPr txBox="1"/>
          <p:nvPr/>
        </p:nvSpPr>
        <p:spPr>
          <a:xfrm>
            <a:off x="5035075" y="4013482"/>
            <a:ext cx="7553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Comic Sans MS" panose="030F0902030302020204" pitchFamily="66" charset="0"/>
              </a:rPr>
              <a:t>10-08-2025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035E4F5-3A31-D94A-9F9C-D157D7332FBC}"/>
              </a:ext>
            </a:extLst>
          </p:cNvPr>
          <p:cNvSpPr/>
          <p:nvPr/>
        </p:nvSpPr>
        <p:spPr>
          <a:xfrm>
            <a:off x="5598774" y="1024579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C</a:t>
            </a:r>
            <a:endParaRPr sz="1400" dirty="0">
              <a:latin typeface="Comic Sans MS" panose="030F0902030302020204" pitchFamily="66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131329E-5B2C-E945-8418-4FB09DC87A00}"/>
              </a:ext>
            </a:extLst>
          </p:cNvPr>
          <p:cNvSpPr/>
          <p:nvPr/>
        </p:nvSpPr>
        <p:spPr>
          <a:xfrm>
            <a:off x="5615301" y="1307589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P</a:t>
            </a:r>
            <a:endParaRPr sz="1400" dirty="0">
              <a:latin typeface="Comic Sans MS" panose="030F0902030302020204" pitchFamily="66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004E06F-0E92-3D4D-8C94-192473B69FA5}"/>
              </a:ext>
            </a:extLst>
          </p:cNvPr>
          <p:cNvCxnSpPr>
            <a:cxnSpLocks/>
            <a:stCxn id="56" idx="2"/>
            <a:endCxn id="47" idx="0"/>
          </p:cNvCxnSpPr>
          <p:nvPr/>
        </p:nvCxnSpPr>
        <p:spPr>
          <a:xfrm flipH="1">
            <a:off x="5164040" y="1150579"/>
            <a:ext cx="434734" cy="391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8DF2BDE-5BD3-294C-9E9A-394319379D45}"/>
              </a:ext>
            </a:extLst>
          </p:cNvPr>
          <p:cNvCxnSpPr>
            <a:cxnSpLocks/>
            <a:stCxn id="60" idx="4"/>
            <a:endCxn id="47" idx="6"/>
          </p:cNvCxnSpPr>
          <p:nvPr/>
        </p:nvCxnSpPr>
        <p:spPr>
          <a:xfrm flipH="1">
            <a:off x="5227540" y="1559588"/>
            <a:ext cx="513761" cy="46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7DB7BD45-1A40-EB4F-A8A6-353A5C1B9AB5}"/>
              </a:ext>
            </a:extLst>
          </p:cNvPr>
          <p:cNvSpPr/>
          <p:nvPr/>
        </p:nvSpPr>
        <p:spPr>
          <a:xfrm>
            <a:off x="6378253" y="4189608"/>
            <a:ext cx="127000" cy="127000"/>
          </a:xfrm>
          <a:prstGeom prst="ellipse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93DA87-72F5-F14F-97BF-C76E3A06E8CC}"/>
              </a:ext>
            </a:extLst>
          </p:cNvPr>
          <p:cNvSpPr txBox="1"/>
          <p:nvPr/>
        </p:nvSpPr>
        <p:spPr>
          <a:xfrm>
            <a:off x="6190111" y="1993158"/>
            <a:ext cx="1205779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tarea-202508211923</a:t>
            </a:r>
          </a:p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21-08-2025</a:t>
            </a:r>
            <a:endParaRPr sz="800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52" name="Connector 54">
            <a:extLst>
              <a:ext uri="{FF2B5EF4-FFF2-40B4-BE49-F238E27FC236}">
                <a16:creationId xmlns:a16="http://schemas.microsoft.com/office/drawing/2014/main" id="{22ED9560-A71F-A842-989E-4BB1654165D1}"/>
              </a:ext>
            </a:extLst>
          </p:cNvPr>
          <p:cNvCxnSpPr>
            <a:cxnSpLocks/>
            <a:endCxn id="50" idx="2"/>
          </p:cNvCxnSpPr>
          <p:nvPr/>
        </p:nvCxnSpPr>
        <p:spPr>
          <a:xfrm rot="5400000" flipH="1" flipV="1">
            <a:off x="6410008" y="2435505"/>
            <a:ext cx="486785" cy="279201"/>
          </a:xfrm>
          <a:prstGeom prst="bentConnector3">
            <a:avLst/>
          </a:prstGeom>
          <a:ln w="190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B2D245C5-1DBA-2246-956C-6182B1B60200}"/>
              </a:ext>
            </a:extLst>
          </p:cNvPr>
          <p:cNvSpPr/>
          <p:nvPr/>
        </p:nvSpPr>
        <p:spPr>
          <a:xfrm>
            <a:off x="6528648" y="1547420"/>
            <a:ext cx="127000" cy="127000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72F2241-7356-554F-9FA8-A666F323C011}"/>
              </a:ext>
            </a:extLst>
          </p:cNvPr>
          <p:cNvCxnSpPr>
            <a:cxnSpLocks/>
            <a:stCxn id="53" idx="5"/>
            <a:endCxn id="50" idx="0"/>
          </p:cNvCxnSpPr>
          <p:nvPr/>
        </p:nvCxnSpPr>
        <p:spPr>
          <a:xfrm>
            <a:off x="6637049" y="1655821"/>
            <a:ext cx="155952" cy="337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F5B9793-11BC-7D4C-A82B-B5E67285806F}"/>
              </a:ext>
            </a:extLst>
          </p:cNvPr>
          <p:cNvCxnSpPr>
            <a:endCxn id="49" idx="7"/>
          </p:cNvCxnSpPr>
          <p:nvPr/>
        </p:nvCxnSpPr>
        <p:spPr>
          <a:xfrm flipH="1">
            <a:off x="6486654" y="3049315"/>
            <a:ext cx="27146" cy="11588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7408CE6-E41B-804C-ABBC-4B97223A2433}"/>
              </a:ext>
            </a:extLst>
          </p:cNvPr>
          <p:cNvSpPr txBox="1"/>
          <p:nvPr/>
        </p:nvSpPr>
        <p:spPr>
          <a:xfrm>
            <a:off x="6463183" y="4018665"/>
            <a:ext cx="7553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Comic Sans MS" panose="030F0902030302020204" pitchFamily="66" charset="0"/>
              </a:rPr>
              <a:t>21-08-2025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3254C3B-40CE-0A46-836B-194C397AF15B}"/>
              </a:ext>
            </a:extLst>
          </p:cNvPr>
          <p:cNvSpPr/>
          <p:nvPr/>
        </p:nvSpPr>
        <p:spPr>
          <a:xfrm>
            <a:off x="7026882" y="1029762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C</a:t>
            </a:r>
            <a:endParaRPr sz="1400" dirty="0">
              <a:latin typeface="Comic Sans MS" panose="030F0902030302020204" pitchFamily="66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15F1637-6D4F-6E4A-B808-1FACDCF43E9C}"/>
              </a:ext>
            </a:extLst>
          </p:cNvPr>
          <p:cNvSpPr/>
          <p:nvPr/>
        </p:nvSpPr>
        <p:spPr>
          <a:xfrm>
            <a:off x="7043409" y="1312772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P</a:t>
            </a:r>
            <a:endParaRPr sz="1400" dirty="0">
              <a:latin typeface="Comic Sans MS" panose="030F0902030302020204" pitchFamily="66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F34863C-681B-5548-91BC-3E8F506B1653}"/>
              </a:ext>
            </a:extLst>
          </p:cNvPr>
          <p:cNvCxnSpPr>
            <a:cxnSpLocks/>
            <a:stCxn id="68" idx="2"/>
            <a:endCxn id="53" idx="0"/>
          </p:cNvCxnSpPr>
          <p:nvPr/>
        </p:nvCxnSpPr>
        <p:spPr>
          <a:xfrm flipH="1">
            <a:off x="6592148" y="1155762"/>
            <a:ext cx="434734" cy="391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6F4ACCE-CE9A-8740-804F-4A383AE95AE7}"/>
              </a:ext>
            </a:extLst>
          </p:cNvPr>
          <p:cNvCxnSpPr>
            <a:cxnSpLocks/>
            <a:stCxn id="69" idx="4"/>
            <a:endCxn id="53" idx="6"/>
          </p:cNvCxnSpPr>
          <p:nvPr/>
        </p:nvCxnSpPr>
        <p:spPr>
          <a:xfrm flipH="1">
            <a:off x="6655648" y="1564771"/>
            <a:ext cx="513761" cy="46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85DDFD7-2438-7647-8CC7-EF209C12C1AA}"/>
              </a:ext>
            </a:extLst>
          </p:cNvPr>
          <p:cNvSpPr txBox="1"/>
          <p:nvPr/>
        </p:nvSpPr>
        <p:spPr>
          <a:xfrm>
            <a:off x="5961197" y="2829596"/>
            <a:ext cx="180530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900" dirty="0" err="1">
                <a:solidFill>
                  <a:srgbClr val="505050"/>
                </a:solidFill>
                <a:latin typeface="Comic Sans MS" panose="030F0902030302020204" pitchFamily="66" charset="0"/>
              </a:rPr>
              <a:t>feature</a:t>
            </a:r>
            <a:r>
              <a:rPr lang="es-ES" sz="900">
                <a:solidFill>
                  <a:srgbClr val="505050"/>
                </a:solidFill>
                <a:latin typeface="Comic Sans MS" panose="030F0902030302020204" pitchFamily="66" charset="0"/>
              </a:rPr>
              <a:t>/tarea-202508211923</a:t>
            </a:r>
            <a:endParaRPr sz="900" dirty="0">
              <a:solidFill>
                <a:srgbClr val="505050"/>
              </a:solidFill>
              <a:latin typeface="Comic Sans MS" panose="030F0902030302020204" pitchFamily="66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1B03A3-99C4-7D40-B5DB-F2F50BC9DCFC}"/>
              </a:ext>
            </a:extLst>
          </p:cNvPr>
          <p:cNvSpPr txBox="1"/>
          <p:nvPr/>
        </p:nvSpPr>
        <p:spPr>
          <a:xfrm>
            <a:off x="5803450" y="1018084"/>
            <a:ext cx="7553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10-08-2025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7FD30E-62D0-D04E-906D-CC57C816F150}"/>
              </a:ext>
            </a:extLst>
          </p:cNvPr>
          <p:cNvSpPr txBox="1"/>
          <p:nvPr/>
        </p:nvSpPr>
        <p:spPr>
          <a:xfrm>
            <a:off x="3643482" y="999691"/>
            <a:ext cx="7553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10-08-2025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C1C14F-EC62-1A41-907D-3968BEC71269}"/>
              </a:ext>
            </a:extLst>
          </p:cNvPr>
          <p:cNvSpPr txBox="1"/>
          <p:nvPr/>
        </p:nvSpPr>
        <p:spPr>
          <a:xfrm>
            <a:off x="7263948" y="1049810"/>
            <a:ext cx="7553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21-08-2025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F51E49-6E85-7F47-B222-C89BFB511E24}"/>
              </a:ext>
            </a:extLst>
          </p:cNvPr>
          <p:cNvSpPr txBox="1"/>
          <p:nvPr/>
        </p:nvSpPr>
        <p:spPr>
          <a:xfrm>
            <a:off x="7330662" y="1368704"/>
            <a:ext cx="7553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21-08-2025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269" y="104356"/>
            <a:ext cx="66030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Pro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ye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c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to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: 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2025-DJANGO-5-BY-EXAMPLE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591291" y="914400"/>
            <a:ext cx="7315200" cy="0"/>
          </a:xfrm>
          <a:prstGeom prst="line">
            <a:avLst/>
          </a:prstGeom>
          <a:ln w="25400">
            <a:solidFill>
              <a:srgbClr val="DC14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81443" y="838200"/>
            <a:ext cx="5132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DC143C"/>
                </a:solidFill>
                <a:latin typeface="Comic Sans MS" panose="030F0902030302020204" pitchFamily="66" charset="0"/>
              </a:rPr>
              <a:t>main</a:t>
            </a:r>
          </a:p>
        </p:txBody>
      </p:sp>
      <p:sp>
        <p:nvSpPr>
          <p:cNvPr id="5" name="Oval 4"/>
          <p:cNvSpPr/>
          <p:nvPr/>
        </p:nvSpPr>
        <p:spPr>
          <a:xfrm>
            <a:off x="1865495" y="848031"/>
            <a:ext cx="127000" cy="127000"/>
          </a:xfrm>
          <a:prstGeom prst="ellipse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591291" y="1645920"/>
            <a:ext cx="7315200" cy="0"/>
          </a:xfrm>
          <a:prstGeom prst="line">
            <a:avLst/>
          </a:prstGeom>
          <a:ln w="25400">
            <a:solidFill>
              <a:srgbClr val="1E90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1443" y="1645922"/>
            <a:ext cx="12907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E90FF"/>
                </a:solidFill>
                <a:latin typeface="Comic Sans MS" panose="030F0902030302020204" pitchFamily="66" charset="0"/>
              </a:rPr>
              <a:t>de</a:t>
            </a:r>
            <a:r>
              <a:rPr lang="es-ES" sz="1200" b="1" dirty="0">
                <a:solidFill>
                  <a:srgbClr val="1E90FF"/>
                </a:solidFill>
                <a:latin typeface="Comic Sans MS" panose="030F0902030302020204" pitchFamily="66" charset="0"/>
              </a:rPr>
              <a:t>sarrollo2025</a:t>
            </a:r>
            <a:endParaRPr sz="1200" b="1" dirty="0">
              <a:solidFill>
                <a:srgbClr val="1E90FF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104403" y="3469965"/>
            <a:ext cx="7315200" cy="0"/>
          </a:xfrm>
          <a:prstGeom prst="line">
            <a:avLst/>
          </a:prstGeom>
          <a:ln w="25400">
            <a:solidFill>
              <a:srgbClr val="228B2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1443" y="3459081"/>
            <a:ext cx="10983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228B22"/>
                </a:solidFill>
                <a:latin typeface="Comic Sans MS" panose="030F0902030302020204" pitchFamily="66" charset="0"/>
              </a:rPr>
              <a:t>release</a:t>
            </a:r>
            <a:r>
              <a:rPr lang="es-ES" sz="1200" b="1" dirty="0">
                <a:solidFill>
                  <a:srgbClr val="228B22"/>
                </a:solidFill>
                <a:latin typeface="Comic Sans MS" panose="030F0902030302020204" pitchFamily="66" charset="0"/>
              </a:rPr>
              <a:t>2025</a:t>
            </a:r>
            <a:endParaRPr sz="1200" b="1" dirty="0">
              <a:solidFill>
                <a:srgbClr val="228B22"/>
              </a:solidFill>
              <a:latin typeface="Comic Sans MS" panose="030F0902030302020204" pitchFamily="66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962738" y="3367349"/>
            <a:ext cx="127000" cy="127000"/>
          </a:xfrm>
          <a:prstGeom prst="ellipse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1104403" y="4270758"/>
            <a:ext cx="7315200" cy="0"/>
          </a:xfrm>
          <a:prstGeom prst="line">
            <a:avLst/>
          </a:prstGeom>
          <a:ln w="25400">
            <a:solidFill>
              <a:srgbClr val="FF8C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1443" y="4293592"/>
            <a:ext cx="12073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8C00"/>
                </a:solidFill>
                <a:latin typeface="Comic Sans MS" panose="030F0902030302020204" pitchFamily="66" charset="0"/>
              </a:rPr>
              <a:t>feature/alpha</a:t>
            </a:r>
          </a:p>
        </p:txBody>
      </p:sp>
      <p:sp>
        <p:nvSpPr>
          <p:cNvPr id="29" name="Oval 28"/>
          <p:cNvSpPr/>
          <p:nvPr/>
        </p:nvSpPr>
        <p:spPr>
          <a:xfrm>
            <a:off x="1955303" y="4207258"/>
            <a:ext cx="127000" cy="127000"/>
          </a:xfrm>
          <a:prstGeom prst="ellipse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1104403" y="5002278"/>
            <a:ext cx="7315200" cy="0"/>
          </a:xfrm>
          <a:prstGeom prst="line">
            <a:avLst/>
          </a:prstGeom>
          <a:ln w="25400">
            <a:solidFill>
              <a:srgbClr val="9400D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1443" y="4981833"/>
            <a:ext cx="11608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00D3"/>
                </a:solidFill>
                <a:latin typeface="Comic Sans MS" panose="030F0902030302020204" pitchFamily="66" charset="0"/>
              </a:rPr>
              <a:t>feature/beta</a:t>
            </a:r>
          </a:p>
        </p:txBody>
      </p:sp>
      <p:sp>
        <p:nvSpPr>
          <p:cNvPr id="37" name="Oval 36"/>
          <p:cNvSpPr/>
          <p:nvPr/>
        </p:nvSpPr>
        <p:spPr>
          <a:xfrm>
            <a:off x="1944031" y="4972466"/>
            <a:ext cx="127000" cy="127000"/>
          </a:xfrm>
          <a:prstGeom prst="ellipse">
            <a:avLst/>
          </a:prstGeom>
          <a:solidFill>
            <a:srgbClr val="9400D3"/>
          </a:solidFill>
          <a:ln>
            <a:solidFill>
              <a:srgbClr val="940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1104403" y="5733798"/>
            <a:ext cx="7315200" cy="0"/>
          </a:xfrm>
          <a:prstGeom prst="line">
            <a:avLst/>
          </a:prstGeom>
          <a:ln w="25400">
            <a:solidFill>
              <a:srgbClr val="00CED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81443" y="5713353"/>
            <a:ext cx="13179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CED1"/>
                </a:solidFill>
                <a:latin typeface="Comic Sans MS" panose="030F0902030302020204" pitchFamily="66" charset="0"/>
              </a:rPr>
              <a:t>feature/gamma</a:t>
            </a:r>
          </a:p>
        </p:txBody>
      </p:sp>
      <p:sp>
        <p:nvSpPr>
          <p:cNvPr id="45" name="Oval 44"/>
          <p:cNvSpPr/>
          <p:nvPr/>
        </p:nvSpPr>
        <p:spPr>
          <a:xfrm>
            <a:off x="1962738" y="5703985"/>
            <a:ext cx="127000" cy="127000"/>
          </a:xfrm>
          <a:prstGeom prst="ellipse">
            <a:avLst/>
          </a:prstGeom>
          <a:solidFill>
            <a:srgbClr val="00CED1"/>
          </a:solidFill>
          <a:ln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57" name="Connector 10">
            <a:extLst>
              <a:ext uri="{FF2B5EF4-FFF2-40B4-BE49-F238E27FC236}">
                <a16:creationId xmlns:a16="http://schemas.microsoft.com/office/drawing/2014/main" id="{CFD36013-5278-9540-9DF5-FA5F7C1B0164}"/>
              </a:ext>
            </a:extLst>
          </p:cNvPr>
          <p:cNvCxnSpPr/>
          <p:nvPr/>
        </p:nvCxnSpPr>
        <p:spPr>
          <a:xfrm>
            <a:off x="1543789" y="2463941"/>
            <a:ext cx="7315200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AF659C3-70DE-FC40-A31A-D27D3F364B7C}"/>
              </a:ext>
            </a:extLst>
          </p:cNvPr>
          <p:cNvSpPr txBox="1"/>
          <p:nvPr/>
        </p:nvSpPr>
        <p:spPr>
          <a:xfrm>
            <a:off x="281443" y="2463943"/>
            <a:ext cx="10166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1200" b="1" dirty="0">
                <a:solidFill>
                  <a:schemeClr val="bg2">
                    <a:lumMod val="50000"/>
                  </a:schemeClr>
                </a:solidFill>
                <a:latin typeface="Comic Sans MS" panose="030F0902030302020204" pitchFamily="66" charset="0"/>
              </a:rPr>
              <a:t>hotfix2025</a:t>
            </a:r>
            <a:endParaRPr sz="1200" b="1" dirty="0">
              <a:solidFill>
                <a:schemeClr val="bg2">
                  <a:lumMod val="5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963C570-E5C6-F947-B221-2C62F1B47564}"/>
              </a:ext>
            </a:extLst>
          </p:cNvPr>
          <p:cNvSpPr/>
          <p:nvPr/>
        </p:nvSpPr>
        <p:spPr>
          <a:xfrm>
            <a:off x="1955303" y="2400441"/>
            <a:ext cx="127000" cy="12700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748316-7B92-AB41-B5B8-BBDA78992E82}"/>
              </a:ext>
            </a:extLst>
          </p:cNvPr>
          <p:cNvSpPr txBox="1"/>
          <p:nvPr/>
        </p:nvSpPr>
        <p:spPr>
          <a:xfrm>
            <a:off x="8220213" y="136058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Pág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. I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BAF2C6F-9C05-204D-8259-C8EB95D59A6F}"/>
              </a:ext>
            </a:extLst>
          </p:cNvPr>
          <p:cNvSpPr/>
          <p:nvPr/>
        </p:nvSpPr>
        <p:spPr>
          <a:xfrm>
            <a:off x="1962738" y="1578704"/>
            <a:ext cx="127000" cy="127000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93DA87-72F5-F14F-97BF-C76E3A06E8CC}"/>
              </a:ext>
            </a:extLst>
          </p:cNvPr>
          <p:cNvSpPr txBox="1"/>
          <p:nvPr/>
        </p:nvSpPr>
        <p:spPr>
          <a:xfrm>
            <a:off x="2046816" y="2018951"/>
            <a:ext cx="1221809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tarea-202508221226</a:t>
            </a:r>
          </a:p>
          <a:p>
            <a:r>
              <a:rPr lang="en-US" sz="80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22-08-2025</a:t>
            </a:r>
            <a:endParaRPr sz="800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52" name="Connector 54">
            <a:extLst>
              <a:ext uri="{FF2B5EF4-FFF2-40B4-BE49-F238E27FC236}">
                <a16:creationId xmlns:a16="http://schemas.microsoft.com/office/drawing/2014/main" id="{22ED9560-A71F-A842-989E-4BB1654165D1}"/>
              </a:ext>
            </a:extLst>
          </p:cNvPr>
          <p:cNvCxnSpPr>
            <a:cxnSpLocks/>
            <a:endCxn id="50" idx="2"/>
          </p:cNvCxnSpPr>
          <p:nvPr/>
        </p:nvCxnSpPr>
        <p:spPr>
          <a:xfrm rot="5400000" flipH="1" flipV="1">
            <a:off x="2270712" y="2457299"/>
            <a:ext cx="486802" cy="287215"/>
          </a:xfrm>
          <a:prstGeom prst="bentConnector3">
            <a:avLst/>
          </a:prstGeom>
          <a:ln w="190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B2D245C5-1DBA-2246-956C-6182B1B60200}"/>
              </a:ext>
            </a:extLst>
          </p:cNvPr>
          <p:cNvSpPr/>
          <p:nvPr/>
        </p:nvSpPr>
        <p:spPr>
          <a:xfrm>
            <a:off x="2385353" y="1573213"/>
            <a:ext cx="127000" cy="127000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72F2241-7356-554F-9FA8-A666F323C011}"/>
              </a:ext>
            </a:extLst>
          </p:cNvPr>
          <p:cNvCxnSpPr>
            <a:cxnSpLocks/>
            <a:stCxn id="53" idx="5"/>
            <a:endCxn id="50" idx="0"/>
          </p:cNvCxnSpPr>
          <p:nvPr/>
        </p:nvCxnSpPr>
        <p:spPr>
          <a:xfrm>
            <a:off x="2493754" y="1681614"/>
            <a:ext cx="163967" cy="337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7408CE6-E41B-804C-ABBC-4B97223A2433}"/>
              </a:ext>
            </a:extLst>
          </p:cNvPr>
          <p:cNvSpPr txBox="1"/>
          <p:nvPr/>
        </p:nvSpPr>
        <p:spPr>
          <a:xfrm>
            <a:off x="2465842" y="4025331"/>
            <a:ext cx="7713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Comic Sans MS" panose="030F0902030302020204" pitchFamily="66" charset="0"/>
              </a:rPr>
              <a:t>22-08-2025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3254C3B-40CE-0A46-836B-194C397AF15B}"/>
              </a:ext>
            </a:extLst>
          </p:cNvPr>
          <p:cNvSpPr/>
          <p:nvPr/>
        </p:nvSpPr>
        <p:spPr>
          <a:xfrm>
            <a:off x="2883587" y="1055555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C</a:t>
            </a:r>
            <a:endParaRPr sz="1400" dirty="0">
              <a:latin typeface="Comic Sans MS" panose="030F0902030302020204" pitchFamily="66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15F1637-6D4F-6E4A-B808-1FACDCF43E9C}"/>
              </a:ext>
            </a:extLst>
          </p:cNvPr>
          <p:cNvSpPr/>
          <p:nvPr/>
        </p:nvSpPr>
        <p:spPr>
          <a:xfrm>
            <a:off x="2900114" y="1338565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P</a:t>
            </a:r>
            <a:endParaRPr sz="1400" dirty="0">
              <a:latin typeface="Comic Sans MS" panose="030F0902030302020204" pitchFamily="66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F34863C-681B-5548-91BC-3E8F506B1653}"/>
              </a:ext>
            </a:extLst>
          </p:cNvPr>
          <p:cNvCxnSpPr>
            <a:cxnSpLocks/>
            <a:stCxn id="68" idx="2"/>
            <a:endCxn id="53" idx="0"/>
          </p:cNvCxnSpPr>
          <p:nvPr/>
        </p:nvCxnSpPr>
        <p:spPr>
          <a:xfrm flipH="1">
            <a:off x="2448853" y="1181555"/>
            <a:ext cx="434734" cy="391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6F4ACCE-CE9A-8740-804F-4A383AE95AE7}"/>
              </a:ext>
            </a:extLst>
          </p:cNvPr>
          <p:cNvCxnSpPr>
            <a:cxnSpLocks/>
            <a:stCxn id="69" idx="4"/>
            <a:endCxn id="53" idx="6"/>
          </p:cNvCxnSpPr>
          <p:nvPr/>
        </p:nvCxnSpPr>
        <p:spPr>
          <a:xfrm flipH="1">
            <a:off x="2512353" y="1590564"/>
            <a:ext cx="513761" cy="46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85DDFD7-2438-7647-8CC7-EF209C12C1AA}"/>
              </a:ext>
            </a:extLst>
          </p:cNvPr>
          <p:cNvSpPr txBox="1"/>
          <p:nvPr/>
        </p:nvSpPr>
        <p:spPr>
          <a:xfrm>
            <a:off x="1817902" y="2855389"/>
            <a:ext cx="182453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900" dirty="0" err="1">
                <a:solidFill>
                  <a:srgbClr val="505050"/>
                </a:solidFill>
                <a:latin typeface="Comic Sans MS" panose="030F0902030302020204" pitchFamily="66" charset="0"/>
              </a:rPr>
              <a:t>feature</a:t>
            </a:r>
            <a:r>
              <a:rPr lang="es-ES" sz="900" dirty="0">
                <a:solidFill>
                  <a:srgbClr val="505050"/>
                </a:solidFill>
                <a:latin typeface="Comic Sans MS" panose="030F0902030302020204" pitchFamily="66" charset="0"/>
              </a:rPr>
              <a:t>/tarea-202508221226</a:t>
            </a:r>
            <a:endParaRPr sz="900" dirty="0">
              <a:solidFill>
                <a:srgbClr val="505050"/>
              </a:solidFill>
              <a:latin typeface="Comic Sans MS" panose="030F0902030302020204" pitchFamily="66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C1C14F-EC62-1A41-907D-3968BEC71269}"/>
              </a:ext>
            </a:extLst>
          </p:cNvPr>
          <p:cNvSpPr txBox="1"/>
          <p:nvPr/>
        </p:nvSpPr>
        <p:spPr>
          <a:xfrm>
            <a:off x="3120653" y="1075603"/>
            <a:ext cx="7713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22-08-2025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F51E49-6E85-7F47-B222-C89BFB511E24}"/>
              </a:ext>
            </a:extLst>
          </p:cNvPr>
          <p:cNvSpPr txBox="1"/>
          <p:nvPr/>
        </p:nvSpPr>
        <p:spPr>
          <a:xfrm>
            <a:off x="3187367" y="1394497"/>
            <a:ext cx="7713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22-08-2025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F928CFE-EEE8-E34A-A6C4-A71C79CDDD7C}"/>
              </a:ext>
            </a:extLst>
          </p:cNvPr>
          <p:cNvSpPr/>
          <p:nvPr/>
        </p:nvSpPr>
        <p:spPr>
          <a:xfrm>
            <a:off x="2347102" y="4198979"/>
            <a:ext cx="127000" cy="127000"/>
          </a:xfrm>
          <a:prstGeom prst="ellipse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6F9D3BD-D09C-6140-A21C-CFBE59EE5370}"/>
              </a:ext>
            </a:extLst>
          </p:cNvPr>
          <p:cNvCxnSpPr>
            <a:endCxn id="77" idx="7"/>
          </p:cNvCxnSpPr>
          <p:nvPr/>
        </p:nvCxnSpPr>
        <p:spPr>
          <a:xfrm flipH="1">
            <a:off x="2455503" y="3058686"/>
            <a:ext cx="27146" cy="11588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B1F7126-BA5A-D947-AAEA-6FB2DEAF1B31}"/>
              </a:ext>
            </a:extLst>
          </p:cNvPr>
          <p:cNvSpPr txBox="1"/>
          <p:nvPr/>
        </p:nvSpPr>
        <p:spPr>
          <a:xfrm>
            <a:off x="3700929" y="2025444"/>
            <a:ext cx="1237839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tarea-202508230740</a:t>
            </a:r>
          </a:p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23-08-2025</a:t>
            </a:r>
            <a:endParaRPr sz="800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48" name="Connector 54">
            <a:extLst>
              <a:ext uri="{FF2B5EF4-FFF2-40B4-BE49-F238E27FC236}">
                <a16:creationId xmlns:a16="http://schemas.microsoft.com/office/drawing/2014/main" id="{9525CF31-DF0C-874A-97FF-8CECFB6C93AC}"/>
              </a:ext>
            </a:extLst>
          </p:cNvPr>
          <p:cNvCxnSpPr>
            <a:cxnSpLocks/>
            <a:stCxn id="63" idx="0"/>
            <a:endCxn id="47" idx="2"/>
          </p:cNvCxnSpPr>
          <p:nvPr/>
        </p:nvCxnSpPr>
        <p:spPr>
          <a:xfrm rot="16200000" flipV="1">
            <a:off x="4181079" y="2502769"/>
            <a:ext cx="486931" cy="209390"/>
          </a:xfrm>
          <a:prstGeom prst="bentConnector3">
            <a:avLst/>
          </a:prstGeom>
          <a:ln w="190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3348CDC-DC35-B844-87A4-83060AC2F4ED}"/>
              </a:ext>
            </a:extLst>
          </p:cNvPr>
          <p:cNvSpPr/>
          <p:nvPr/>
        </p:nvSpPr>
        <p:spPr>
          <a:xfrm>
            <a:off x="4039466" y="1579706"/>
            <a:ext cx="127000" cy="127000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BEC8FCA-65E4-6048-A05F-6C594D07A10C}"/>
              </a:ext>
            </a:extLst>
          </p:cNvPr>
          <p:cNvCxnSpPr>
            <a:cxnSpLocks/>
            <a:stCxn id="49" idx="5"/>
            <a:endCxn id="47" idx="0"/>
          </p:cNvCxnSpPr>
          <p:nvPr/>
        </p:nvCxnSpPr>
        <p:spPr>
          <a:xfrm>
            <a:off x="4147867" y="1688107"/>
            <a:ext cx="171982" cy="337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0283526-B3A5-CE40-A828-1ABA9AF6B4F8}"/>
              </a:ext>
            </a:extLst>
          </p:cNvPr>
          <p:cNvSpPr txBox="1"/>
          <p:nvPr/>
        </p:nvSpPr>
        <p:spPr>
          <a:xfrm>
            <a:off x="4119955" y="4031824"/>
            <a:ext cx="7713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Comic Sans MS" panose="030F0902030302020204" pitchFamily="66" charset="0"/>
              </a:rPr>
              <a:t>23-08-2025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00801B1-B7D7-6C42-88E9-133D7ADC57B7}"/>
              </a:ext>
            </a:extLst>
          </p:cNvPr>
          <p:cNvSpPr/>
          <p:nvPr/>
        </p:nvSpPr>
        <p:spPr>
          <a:xfrm>
            <a:off x="4537700" y="1062048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C</a:t>
            </a:r>
            <a:endParaRPr sz="1400" dirty="0">
              <a:latin typeface="Comic Sans MS" panose="030F0902030302020204" pitchFamily="66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D711259-8125-C443-98E7-7AB4C7FA15D1}"/>
              </a:ext>
            </a:extLst>
          </p:cNvPr>
          <p:cNvSpPr/>
          <p:nvPr/>
        </p:nvSpPr>
        <p:spPr>
          <a:xfrm>
            <a:off x="4554227" y="1345058"/>
            <a:ext cx="251999" cy="251999"/>
          </a:xfrm>
          <a:prstGeom prst="ellipse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Comic Sans MS" panose="030F0902030302020204" pitchFamily="66" charset="0"/>
              </a:rPr>
              <a:t>P</a:t>
            </a:r>
            <a:endParaRPr sz="1400" dirty="0">
              <a:latin typeface="Comic Sans MS" panose="030F0902030302020204" pitchFamily="66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C98D47A-2DB5-B64E-975F-A8AA7181AB8E}"/>
              </a:ext>
            </a:extLst>
          </p:cNvPr>
          <p:cNvCxnSpPr>
            <a:cxnSpLocks/>
            <a:stCxn id="56" idx="2"/>
            <a:endCxn id="49" idx="0"/>
          </p:cNvCxnSpPr>
          <p:nvPr/>
        </p:nvCxnSpPr>
        <p:spPr>
          <a:xfrm flipH="1">
            <a:off x="4102966" y="1188048"/>
            <a:ext cx="434734" cy="391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ECD2BF3-022E-774D-9DAD-48EF59B6E591}"/>
              </a:ext>
            </a:extLst>
          </p:cNvPr>
          <p:cNvCxnSpPr>
            <a:cxnSpLocks/>
            <a:stCxn id="60" idx="4"/>
            <a:endCxn id="49" idx="6"/>
          </p:cNvCxnSpPr>
          <p:nvPr/>
        </p:nvCxnSpPr>
        <p:spPr>
          <a:xfrm flipH="1">
            <a:off x="4166466" y="1597057"/>
            <a:ext cx="513761" cy="46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DAD53CE-08B9-8447-906C-14A6E5F3EBCA}"/>
              </a:ext>
            </a:extLst>
          </p:cNvPr>
          <p:cNvSpPr txBox="1"/>
          <p:nvPr/>
        </p:nvSpPr>
        <p:spPr>
          <a:xfrm>
            <a:off x="3607352" y="2850929"/>
            <a:ext cx="18437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900" dirty="0" err="1">
                <a:solidFill>
                  <a:srgbClr val="505050"/>
                </a:solidFill>
                <a:latin typeface="Comic Sans MS" panose="030F0902030302020204" pitchFamily="66" charset="0"/>
              </a:rPr>
              <a:t>feature</a:t>
            </a:r>
            <a:r>
              <a:rPr lang="es-ES" sz="900" dirty="0">
                <a:solidFill>
                  <a:srgbClr val="505050"/>
                </a:solidFill>
                <a:latin typeface="Comic Sans MS" panose="030F0902030302020204" pitchFamily="66" charset="0"/>
              </a:rPr>
              <a:t>/tarea-202508230740</a:t>
            </a:r>
            <a:endParaRPr sz="900" dirty="0">
              <a:solidFill>
                <a:srgbClr val="505050"/>
              </a:solidFill>
              <a:latin typeface="Comic Sans MS" panose="030F0902030302020204" pitchFamily="66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AE8C76B-151B-BC4F-9E08-963238E8761E}"/>
              </a:ext>
            </a:extLst>
          </p:cNvPr>
          <p:cNvSpPr txBox="1"/>
          <p:nvPr/>
        </p:nvSpPr>
        <p:spPr>
          <a:xfrm>
            <a:off x="4774766" y="1082096"/>
            <a:ext cx="7713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23-08-2025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99CB60-D2E5-9646-8352-0941A07D78A7}"/>
              </a:ext>
            </a:extLst>
          </p:cNvPr>
          <p:cNvSpPr txBox="1"/>
          <p:nvPr/>
        </p:nvSpPr>
        <p:spPr>
          <a:xfrm>
            <a:off x="4841480" y="1400990"/>
            <a:ext cx="7713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</a:rPr>
              <a:t>23-08-2025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D1ADED8-53A4-A84F-A240-846B6874DB8A}"/>
              </a:ext>
            </a:extLst>
          </p:cNvPr>
          <p:cNvSpPr/>
          <p:nvPr/>
        </p:nvSpPr>
        <p:spPr>
          <a:xfrm>
            <a:off x="4001215" y="4205472"/>
            <a:ext cx="127000" cy="127000"/>
          </a:xfrm>
          <a:prstGeom prst="ellipse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902030302020204" pitchFamily="66" charset="0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CAA0028-B0BF-C34B-9DC3-1259714EC81D}"/>
              </a:ext>
            </a:extLst>
          </p:cNvPr>
          <p:cNvCxnSpPr>
            <a:cxnSpLocks/>
            <a:stCxn id="63" idx="2"/>
            <a:endCxn id="74" idx="7"/>
          </p:cNvCxnSpPr>
          <p:nvPr/>
        </p:nvCxnSpPr>
        <p:spPr>
          <a:xfrm flipH="1">
            <a:off x="4109616" y="3081761"/>
            <a:ext cx="419623" cy="11423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49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2441</TotalTime>
  <Words>97</Words>
  <Application>Microsoft Macintosh PowerPoint</Application>
  <PresentationFormat>On-screen Show (4:3)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Comic Sans MS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29</cp:revision>
  <cp:lastPrinted>2025-07-22T08:40:03Z</cp:lastPrinted>
  <dcterms:created xsi:type="dcterms:W3CDTF">2013-01-27T09:14:16Z</dcterms:created>
  <dcterms:modified xsi:type="dcterms:W3CDTF">2025-08-23T06:42:52Z</dcterms:modified>
  <cp:category/>
</cp:coreProperties>
</file>